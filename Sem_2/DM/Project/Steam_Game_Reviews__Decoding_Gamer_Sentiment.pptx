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notesSlides/notesSlide2.xml" Type="http://schemas.openxmlformats.org/officeDocument/2006/relationships/notesSlide"/><Relationship Id="rId18" Target="notesSlides/notesSlide3.xml" Type="http://schemas.openxmlformats.org/officeDocument/2006/relationships/notesSlide"/><Relationship Id="rId19" Target="notesSlides/notesSlide4.xml" Type="http://schemas.openxmlformats.org/officeDocument/2006/relationships/notesSlide"/><Relationship Id="rId2" Target="presProps.xml" Type="http://schemas.openxmlformats.org/officeDocument/2006/relationships/presProps"/><Relationship Id="rId20" Target="notesSlides/notesSlide5.xml" Type="http://schemas.openxmlformats.org/officeDocument/2006/relationships/notesSlide"/><Relationship Id="rId21" Target="notesSlides/notesSlide6.xml" Type="http://schemas.openxmlformats.org/officeDocument/2006/relationships/notesSlide"/><Relationship Id="rId22" Target="notesSlides/notesSlide7.xml" Type="http://schemas.openxmlformats.org/officeDocument/2006/relationships/notesSlide"/><Relationship Id="rId23"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Hello everyone. Today, my colleague [Teammate Name] and I are excited to share our analysis of player reviews on Steam. Our goal was to uncover non-obvious patterns in how gamers express their satisfaction and to see if we could build a machine learning model to predict their recommendations based on text and play patterns.</a:t>
            </a:r>
          </a:p>
          <a:p>
            <a:r>
              <a:rPr lang="en-US"/>
              <a:t/>
            </a:r>
          </a:p>
          <a:p>
            <a:r>
              <a:rPr lang="en-US"/>
              <a:t>B: We selected 10 major games across various genres, including Counter-Strike 2, Dota 2, and Stardew Valley. By applying a combination of scraping, natural language processing, and supervised classification, we analyzed how gamer feedback differs from traditional product reviews. Let's start with how we gathered the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To gather our dataset, we used a two-pronged web scraping approach. </a:t>
            </a:r>
          </a:p>
          <a:p>
            <a:r>
              <a:rPr lang="en-US"/>
              <a:t>  &gt; First, we leveraged the Steam Reviews API, pulling 200 English reviews per game, resulting in 2,000 reviews. This API gave us valuable metrics like playtime, review text, recommendation status, and community helpfulness votes.</a:t>
            </a:r>
          </a:p>
          <a:p>
            <a:r>
              <a:rPr lang="en-US"/>
              <a:t>  &gt; Second, to contextualize these reviews, we scraped the Steam store pages using BeautifulSoup. We successfully bypassed access controls and extracted user-defined tags like 'Souls-like' or 'Farming Sim' and matched them with the reviews.</a:t>
            </a:r>
          </a:p>
          <a:p>
            <a:r>
              <a:rPr lang="en-US"/>
              <a:t>  &gt; This gave us a rich, multi-dimensional dataset containing both text and player activity metrics.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 Raw Steam reviews are notorious for containing URLs, forum formatting, and non-alphabetic spam. </a:t>
            </a:r>
          </a:p>
          <a:p>
            <a:r>
              <a:rPr lang="en-US"/>
              <a:t>  &gt; To clean this, we implemented a custom cleaning pipeline: we removed URLs, square bracket tags, and special characters, and lowercased the text. We then removed reviews that had fewer than 10 characters after cleaning to eliminate noise like '10/10' or single-word spam.</a:t>
            </a:r>
          </a:p>
          <a:p>
            <a:r>
              <a:rPr lang="en-US"/>
              <a:t>  &gt; Furthermore, we engineered new features: we converted playtime from minutes to hours, calculated review lengths, and mapped recommendation boolean values to categorical labels. This left us with 1,986 high-quality, preprocessed reviews ready for modeling.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During our Exploratory Data Analysis, we uncovered a fascinating, non-obvious pattern. While 87.9% of all reviews were positive, the playtime distribution told a different story.</a:t>
            </a:r>
          </a:p>
          <a:p>
            <a:r>
              <a:rPr lang="en-US"/>
              <a:t>  &gt; If we look at this boxplot, the median playtime for players leaving positive reviews was 84.7 hours. However, the median playtime for players leaving *negative* reviews was 391.1 hours!</a:t>
            </a:r>
          </a:p>
          <a:p>
            <a:r>
              <a:rPr lang="en-US"/>
              <a:t>  &gt; This is what we call the 'Frustrated Veteran' phenomenon. Unlike normal products where you write a bad review after 5 minutes of use, gamers often play a game for hundreds of hours before leaving a negative review. This typically happens when long-term updates disappoint the community or multiplayer systems become toxic, making these reviews highly critical and valuable to developers.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 Next, we applied VADER sentiment analysis to calculate compound sentiment scores for each review. </a:t>
            </a:r>
          </a:p>
          <a:p>
            <a:r>
              <a:rPr lang="en-US"/>
              <a:t>  &gt; VADER's compound scores aligned with the actual player recommendations 82.6% of the time, which is quite high. But why the 17.4% disagreement?</a:t>
            </a:r>
          </a:p>
          <a:p>
            <a:r>
              <a:rPr lang="en-US"/>
              <a:t>  &gt; When we investigated the mismatches, we found that gaming culture relies heavily on irony and sarcasm. For example, a positive review stating 'This game ruined my life and destroyed my social circle, 10/10' is classified by VADER as highly negative due to words like 'ruined' and 'destroyed', even though the player recommended it. This shows that standard lexicons struggle to capture the community-specific nuance of gaming jargon.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To understand the vocabulary differences, we computed TF-IDF scores and N-grams for positive and negative reviews.</a:t>
            </a:r>
          </a:p>
          <a:p>
            <a:r>
              <a:rPr lang="en-US"/>
              <a:t>  &gt; Positive reviews heavily feature words like 'great', 'fun', 'love', and 'beautiful', focusing on emotional attachment. Their bigrams and trigrams emphasize the gameplay loop, such as 'worth every penny' and 'best game ever'.</a:t>
            </a:r>
          </a:p>
          <a:p>
            <a:r>
              <a:rPr lang="en-US"/>
              <a:t>  &gt; Negative reviews, on the other hand, show strong clusters of technical terms like 'bug', 'crash', 'fps', and 'issue'. Their bigrams highlight frustrations like 'waste of money' or 'can't recommend'.</a:t>
            </a:r>
          </a:p>
          <a:p>
            <a:r>
              <a:rPr lang="en-US"/>
              <a:t>  &gt; Interestingly, we also ran TF-IDF on individual games and successfully extracted game-specific concepts, such as 'cheaters' for Counter-Strike 2, 'toxic' for Dota 2, and 'story' for Witcher 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 Finally, we combined our text and metadata features to train a Random Forest Classifier to predict whether a review was positive or negative. We merged TF-IDF features with numeric variables like playtime, review length, and VADER sentiment scores.</a:t>
            </a:r>
          </a:p>
          <a:p>
            <a:r>
              <a:rPr lang="en-US"/>
              <a:t>  &gt; On an 80/20 train-test split, our baseline model achieved an accuracy of 89.70%. To ensure optimal generalization and avoid overfitting, we performed hyperparameter tuning using GridSearchCV across tree depths and counts. The tuned model stabilized at 89.45% accuracy, giving us highly reliable predictive performance.</a:t>
            </a:r>
          </a:p>
          <a:p>
            <a:r>
              <a:rPr lang="en-US"/>
              <a:t>  &gt; Looking at the feature importance chart, the VADER compound sentiment score was by far the strongest predictor, followed by playtime hours and review length. This proves that despite gamer sarcasm, the underlying emotional intensity remains the single best indicator of whether a player will recommend a title."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In conclusion, our data mining workflow successfully extracted and analyzed a rich Steam dataset, revealing how gamer behavior deviates from traditional consumers.</a:t>
            </a:r>
          </a:p>
          <a:p>
            <a:r>
              <a:rPr lang="en-US"/>
              <a:t/>
            </a:r>
          </a:p>
          <a:p>
            <a:r>
              <a:rPr lang="en-US"/>
              <a:t>B: Thank you for your time, and we are now open to any questions you may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1.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2.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3.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4.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5.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6.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7.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2297" cy="10295039"/>
            <a:chOff x="0" y="0"/>
            <a:chExt cx="24403063" cy="13726719"/>
          </a:xfrm>
        </p:grpSpPr>
        <p:sp>
          <p:nvSpPr>
            <p:cNvPr name="Freeform 3" id="3" descr="pdf_page_6627837587092020815_2069475865422409728-8.png"/>
            <p:cNvSpPr/>
            <p:nvPr/>
          </p:nvSpPr>
          <p:spPr>
            <a:xfrm flipH="false" flipV="false" rot="0">
              <a:off x="0" y="0"/>
              <a:ext cx="24403050" cy="13726668"/>
            </a:xfrm>
            <a:custGeom>
              <a:avLst/>
              <a:gdLst/>
              <a:ahLst/>
              <a:cxnLst/>
              <a:rect r="r" b="b" t="t" l="l"/>
              <a:pathLst>
                <a:path h="13726668" w="24403050">
                  <a:moveTo>
                    <a:pt x="0" y="0"/>
                  </a:moveTo>
                  <a:lnTo>
                    <a:pt x="24403050" y="0"/>
                  </a:lnTo>
                  <a:lnTo>
                    <a:pt x="24403050" y="13726668"/>
                  </a:lnTo>
                  <a:lnTo>
                    <a:pt x="0" y="13726668"/>
                  </a:lnTo>
                  <a:lnTo>
                    <a:pt x="0" y="0"/>
                  </a:lnTo>
                  <a:close/>
                </a:path>
              </a:pathLst>
            </a:custGeom>
            <a:blipFill>
              <a:blip r:embed="rId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DAHNaShNH00</dc:identifier>
  <dcterms:modified xsi:type="dcterms:W3CDTF">2011-08-01T06:04:30Z</dcterms:modified>
  <cp:revision>1</cp:revision>
  <dc:title>Steam_Game_Reviews__Decoding_Gamer_Sentiment.pptx</dc:title>
</cp:coreProperties>
</file>